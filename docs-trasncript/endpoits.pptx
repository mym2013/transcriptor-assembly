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8" autoAdjust="0"/>
    <p:restoredTop sz="94660"/>
  </p:normalViewPr>
  <p:slideViewPr>
    <p:cSldViewPr snapToGrid="0">
      <p:cViewPr>
        <p:scale>
          <a:sx n="100" d="100"/>
          <a:sy n="100" d="100"/>
        </p:scale>
        <p:origin x="9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2C9F3-0D8F-E8B6-8951-BCFD75088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6A666-EDB8-19E0-4AFB-0C8EBBBD7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A40D3D-67CD-F09D-AFC5-302F1E48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E7175E-22EE-4E11-C0EE-B2CC1284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E286D-5226-D482-7E04-2797DF151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2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5705C-F460-9F4D-56F7-62BBC690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63511B-304D-5B20-A94B-09D060C0B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A094EC-F2AE-9EA2-4E36-106B7429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F5B7D4-8ADF-E49B-BB01-74047EE9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6B147C-1CD4-3626-0B1C-A4A94AC6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6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7517-7AA9-B880-327E-088A3CEC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02429D-E451-CCCC-6DC2-5CD749E27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C6CA3-2A5F-1C7B-8BFF-4F0C3914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D43FD2-11E0-DBFD-45B8-68697EE2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1D6791-0E2C-9856-099D-C2528C92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9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404E7-1789-FE83-0DF8-139F6A1F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98CA6A-3F1B-DBED-3FC6-5593A1639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48ECB3-1155-8C9E-E420-45FE59FE1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B8747D-7C22-9774-7138-EB14919F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3ACD66-5B58-73B7-D22C-13815897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F2CAA0-F45B-CC8B-BED1-C627F5F8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BAF59-A78B-C48D-FB9D-A99C19257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74FA0E-436D-D906-72CF-8B728C08C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D261BE-4F57-8226-52EB-8ED7DAEEA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95758F-EAEB-1347-7D61-3AED38BC5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997CF1-15BB-C227-F091-2873AB97C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9CD9E2-667B-C592-6959-4149D410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4B74E7-330B-401F-C1D8-052D98F7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7F5888A-47E3-BA21-B912-C44A5B2F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AC802-A072-2483-9E34-1B36DCC1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0F75E6-686D-7FFF-7296-2CA52989A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030A70-8D4B-CB5D-3315-9D1D7B87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99A1D5-6EFD-48A7-846D-1562D6F8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0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A1E529-A975-C47F-DB20-C371DACA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DE1F2E-8F65-4F42-CC6F-DDBE1A42E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42DD83-8BED-5068-6015-4E9F8C06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45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53B05-365C-8498-50A7-DB6A86F3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D7258B-F14E-331A-FCFB-89CBD115E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DCDA37-5ACB-6D03-C85A-4A8653391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0CBABF-108C-2F4F-8E19-5F672E01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085DB1-2D7F-2AC2-B214-1F5106FD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5DBCE1-1597-917F-D4D9-A5A86B2B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7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AEB25-5F15-988D-F147-F43EA3840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4BB102-3690-AD4D-5810-764C38089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5D9A75-00A1-5EE6-53E5-918796E6D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06CB64-2DEB-39A5-E24D-4A57E362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38A9D1-0EC8-F27A-0ADE-3BC33953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BDDAD9-9D26-9550-27EC-59B8CFF8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7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17287-CF42-3C5A-3AB0-CF3C2FDD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61965C-79B7-D9D5-C3B2-A7D5F42ED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7BCC0F-EA78-08F6-8971-798749EF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756851-2548-DFEF-0E53-0D1F9875A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348DFC-0986-E1E3-01BC-BCD5A623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4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5C5128-1144-716B-98FB-927313C70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CC8F3E-AC6F-9AE3-2A1C-D8B49267F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C50E04-5445-F08D-D2C1-51440B458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43C1E3-0CB4-077C-B255-BBC59121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628E40-EC98-1A40-B089-B3D07E80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3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DADDBDB-1DB5-BC8A-A0B2-152B5798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A40FA6-8FB8-C835-DD01-72A0737F3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F59BD3-1706-408D-9638-6A3E5BD5E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ED8C7-506B-4346-A639-CF8CC27E04B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9D9F24-FE3E-F103-5D11-37C12AACB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F9685-A5BB-AC01-DAE7-E1378CE3D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2609F-9827-4809-946C-E4887281AB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9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A095A98-8FD2-5475-A846-C0EC0AD1A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863" y="775917"/>
            <a:ext cx="7154273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88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 Torres del Fierro</dc:creator>
  <cp:lastModifiedBy>Gonzalo Torres del Fierro</cp:lastModifiedBy>
  <cp:revision>1</cp:revision>
  <dcterms:created xsi:type="dcterms:W3CDTF">2025-07-06T00:21:24Z</dcterms:created>
  <dcterms:modified xsi:type="dcterms:W3CDTF">2025-07-06T00:22:16Z</dcterms:modified>
</cp:coreProperties>
</file>